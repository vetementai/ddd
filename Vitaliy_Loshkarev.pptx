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d0ec53becc4638" /><Relationship Type="http://schemas.openxmlformats.org/officeDocument/2006/relationships/extended-properties" Target="/docProps/app.xml" Id="R4b62b1fcf019461c" /><Relationship Type="http://schemas.openxmlformats.org/officeDocument/2006/relationships/officeDocument" Target="/ppt/presentation.xml" Id="R7f511c5d1eba4a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84b33d5a6f4437"/>
  </p:sldMasterIdLst>
  <p:notesMasterIdLst>
    <p:notesMasterId xmlns:r="http://schemas.openxmlformats.org/officeDocument/2006/relationships" r:id="R00e516d4f0c8488f"/>
  </p:notesMasterIdLst>
  <p:sldIdLst>
    <p:sldId xmlns:r="http://schemas.openxmlformats.org/officeDocument/2006/relationships" id="256" r:id="Rf9c782d0eeb74c66"/>
    <p:sldId xmlns:r="http://schemas.openxmlformats.org/officeDocument/2006/relationships" id="257" r:id="Rc8756c802b7a414e"/>
    <p:sldId xmlns:r="http://schemas.openxmlformats.org/officeDocument/2006/relationships" id="258" r:id="R6b8372412859438a"/>
    <p:sldId xmlns:r="http://schemas.openxmlformats.org/officeDocument/2006/relationships" id="259" r:id="R5f487c8e1e874b6c"/>
    <p:sldId xmlns:r="http://schemas.openxmlformats.org/officeDocument/2006/relationships" id="260" r:id="R6688d2f60a0e4426"/>
    <p:sldId xmlns:r="http://schemas.openxmlformats.org/officeDocument/2006/relationships" id="261" r:id="R57902bd3e8f643f2"/>
    <p:sldId xmlns:r="http://schemas.openxmlformats.org/officeDocument/2006/relationships" id="262" r:id="R2d619c04f5694dde"/>
    <p:sldId xmlns:r="http://schemas.openxmlformats.org/officeDocument/2006/relationships" id="263" r:id="R0590e4b0d1e44a9f"/>
    <p:sldId xmlns:r="http://schemas.openxmlformats.org/officeDocument/2006/relationships" id="264" r:id="R18d92a673ce44559"/>
    <p:sldId xmlns:r="http://schemas.openxmlformats.org/officeDocument/2006/relationships" id="265" r:id="R213faa84e3d340cb"/>
    <p:sldId xmlns:r="http://schemas.openxmlformats.org/officeDocument/2006/relationships" id="266" r:id="R183cd3e2412e4d01"/>
    <p:sldId xmlns:r="http://schemas.openxmlformats.org/officeDocument/2006/relationships" id="267" r:id="R65777be330f7455b"/>
    <p:sldId xmlns:r="http://schemas.openxmlformats.org/officeDocument/2006/relationships" id="268" r:id="R0fc1e3c8eb0046d7"/>
    <p:sldId xmlns:r="http://schemas.openxmlformats.org/officeDocument/2006/relationships" id="269" r:id="Rde1da6f500114f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7c0efbeaef4fb1" /><Relationship Type="http://schemas.openxmlformats.org/officeDocument/2006/relationships/slideMaster" Target="/ppt/slideMasters/slideMaster1.xml" Id="R7784b33d5a6f4437" /><Relationship Type="http://schemas.openxmlformats.org/officeDocument/2006/relationships/notesMaster" Target="/ppt/notesMasters/notesMaster1.xml" Id="R00e516d4f0c8488f" /><Relationship Type="http://schemas.openxmlformats.org/officeDocument/2006/relationships/presProps" Target="/ppt/presProps.xml" Id="R93dae0b0f5264a98" /><Relationship Type="http://schemas.openxmlformats.org/officeDocument/2006/relationships/tableStyles" Target="/ppt/tableStyles.xml" Id="R8f4a9be6670943d2" /><Relationship Type="http://schemas.openxmlformats.org/officeDocument/2006/relationships/slide" Target="/ppt/slides/slide1.xml" Id="Rf9c782d0eeb74c66" /><Relationship Type="http://schemas.openxmlformats.org/officeDocument/2006/relationships/slide" Target="/ppt/slides/slide2.xml" Id="Rc8756c802b7a414e" /><Relationship Type="http://schemas.openxmlformats.org/officeDocument/2006/relationships/slide" Target="/ppt/slides/slide3.xml" Id="R6b8372412859438a" /><Relationship Type="http://schemas.openxmlformats.org/officeDocument/2006/relationships/slide" Target="/ppt/slides/slide4.xml" Id="R5f487c8e1e874b6c" /><Relationship Type="http://schemas.openxmlformats.org/officeDocument/2006/relationships/slide" Target="/ppt/slides/slide5.xml" Id="R6688d2f60a0e4426" /><Relationship Type="http://schemas.openxmlformats.org/officeDocument/2006/relationships/slide" Target="/ppt/slides/slide6.xml" Id="R57902bd3e8f643f2" /><Relationship Type="http://schemas.openxmlformats.org/officeDocument/2006/relationships/slide" Target="/ppt/slides/slide7.xml" Id="R2d619c04f5694dde" /><Relationship Type="http://schemas.openxmlformats.org/officeDocument/2006/relationships/slide" Target="/ppt/slides/slide8.xml" Id="R0590e4b0d1e44a9f" /><Relationship Type="http://schemas.openxmlformats.org/officeDocument/2006/relationships/slide" Target="/ppt/slides/slide9.xml" Id="R18d92a673ce44559" /><Relationship Type="http://schemas.openxmlformats.org/officeDocument/2006/relationships/slide" Target="/ppt/slides/slide10.xml" Id="R213faa84e3d340cb" /><Relationship Type="http://schemas.openxmlformats.org/officeDocument/2006/relationships/slide" Target="/ppt/slides/slide11.xml" Id="R183cd3e2412e4d01" /><Relationship Type="http://schemas.openxmlformats.org/officeDocument/2006/relationships/slide" Target="/ppt/slides/slide12.xml" Id="R65777be330f7455b" /><Relationship Type="http://schemas.openxmlformats.org/officeDocument/2006/relationships/slide" Target="/ppt/slides/slide13.xml" Id="R0fc1e3c8eb0046d7" /><Relationship Type="http://schemas.openxmlformats.org/officeDocument/2006/relationships/slide" Target="/ppt/slides/slide14.xml" Id="Rde1da6f500114f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c878a6a7f4b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5123eaee4b49a2" /><Relationship Type="http://schemas.openxmlformats.org/officeDocument/2006/relationships/notesMaster" Target="/ppt/notesMasters/notesMaster1.xml" Id="Rd20f9e3fd05844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d60be4db394db1" /><Relationship Type="http://schemas.openxmlformats.org/officeDocument/2006/relationships/notesMaster" Target="/ppt/notesMasters/notesMaster1.xml" Id="R3b1eb6fa798d4f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345e51699d4da9" /><Relationship Type="http://schemas.openxmlformats.org/officeDocument/2006/relationships/notesMaster" Target="/ppt/notesMasters/notesMaster1.xml" Id="R323218b1ce5c47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510292a769409e" /><Relationship Type="http://schemas.openxmlformats.org/officeDocument/2006/relationships/notesMaster" Target="/ppt/notesMasters/notesMaster1.xml" Id="R5207407fd2be47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a39c415ec84128" /><Relationship Type="http://schemas.openxmlformats.org/officeDocument/2006/relationships/notesMaster" Target="/ppt/notesMasters/notesMaster1.xml" Id="Rff2c9329921447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2f92d5b1fd4316" /><Relationship Type="http://schemas.openxmlformats.org/officeDocument/2006/relationships/notesMaster" Target="/ppt/notesMasters/notesMaster1.xml" Id="Ra6b872ebe9e44c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4c770e55604b14" /><Relationship Type="http://schemas.openxmlformats.org/officeDocument/2006/relationships/notesMaster" Target="/ppt/notesMasters/notesMaster1.xml" Id="Rfcf94e424a924a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c099477c4a4544" /><Relationship Type="http://schemas.openxmlformats.org/officeDocument/2006/relationships/notesMaster" Target="/ppt/notesMasters/notesMaster1.xml" Id="Re223d45c353f4e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88aaec2dfa42a3" /><Relationship Type="http://schemas.openxmlformats.org/officeDocument/2006/relationships/notesMaster" Target="/ppt/notesMasters/notesMaster1.xml" Id="R792904fb3efa47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2405d9e7ff4e04" /><Relationship Type="http://schemas.openxmlformats.org/officeDocument/2006/relationships/notesMaster" Target="/ppt/notesMasters/notesMaster1.xml" Id="R9cf90adcf97a47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1345b3fc7f4f36" /><Relationship Type="http://schemas.openxmlformats.org/officeDocument/2006/relationships/notesMaster" Target="/ppt/notesMasters/notesMaster1.xml" Id="Redba2048fa594f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3ee89a86584ef7" /><Relationship Type="http://schemas.openxmlformats.org/officeDocument/2006/relationships/notesMaster" Target="/ppt/notesMasters/notesMaster1.xml" Id="Rc09b81613def4f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66139d841b49e3" /><Relationship Type="http://schemas.openxmlformats.org/officeDocument/2006/relationships/notesMaster" Target="/ppt/notesMasters/notesMaster1.xml" Id="R327f5350f19b4d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9ff0e6f7fd464d" /><Relationship Type="http://schemas.openxmlformats.org/officeDocument/2006/relationships/notesMaster" Target="/ppt/notesMasters/notesMaster1.xml" Id="R8faec2a62c10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Добрый день, дорогие друзья, уважаемые педагоги и администрация школы!</a:t>
            </a:r>
          </a:p>
          <a:p xmlns:a="http://schemas.openxmlformats.org/drawingml/2006/main">
            <a:r>
              <a:t>Меня зовут Виталий Лошкарёв, и я выдвигаю свою кандидатуру на пост президента школы.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Портрет: оригинальная фотография, предоставленная пользователем для титульного слайда.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Прежде чем представить программу, я хочу сказать о том, как я понимаю роль президента. Президент — это не просто титул. Это человек, который представляет интересы учеников перед администрацией, помогает решать насущные вопросы и делает школьную жизнь удобнее и интереснее. Но в одиночку это невозможно. Президент силён своей командой — префектами, лидерами классов и корпусов, и всеми вами. Поэтому моя программа построена вокруг трёх идей: слышать каждого, создавать условия для общения и делать школу местом, где хочется находиться. Я не обещаю громких слов — я предлагаю конкретные дела, которые можно начать уже в этом году.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Первое — зона отдыха для учеников.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нашей школе есть веранды, которые осенью и весной можно оборудовать под места отдыха. Это не потребует больших вложений, но даст ученикам официальное место, где можно собраться и пообщаться — причём не только со своим корпусом. Ведь ребята из других корпусов не могут заходить в чужие комнаты, и часто нам просто негде встретиться. Оборудованные веранды решат эту проблему: учащиеся будут всегда под наблюдением, но получат возможность свободно общаться друг с другом. К тому же это пространство можно оформить своими силами — сделать его по-настоящему уютным и «своим». Уверен, такая зона отдыха станет любимым местом встреч для многих ребят.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фотографии: предоставленная пользователем презентация Zhemanovvsevolod.pptx, слайд 2. Фото иллюстрирует школьную жизнь, а не выполнение предвыборных предложений.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Второе — «вечер без телефона» для младшей и средней школы.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предлагаю устраивать для учащихся младшей и средней школы «вечер без телефона». Старшеклассники проведут для младших различные настольные игры — «Крокодил», «Бункер» и другие. Это разгрузит мозг детей, не ухудшит их зрение, как это делают телефоны, а главное — даст возможность живого общения со старшеклассниками. Такой вечер станет и отдыхом, и полезным времяпрепровождением, и шагом к сближению поколений. Многие младшие ребята стесняются подойти к старшим, а на таких встречах знакомство происходит само собой, в игре и в непринуждённой обстановке. А старшеклассники, в свою очередь, получат опыт наставничества и ответственности.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фотографии: предоставленная пользователем презентация Zhemanovvsevolod.pptx, слайд 2. Фото иллюстрирует школьную жизнь, а не выполнение предвыборных предложений.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Третье — постоянная связь с президентом.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предлагаю ввести ежемесячные встречи с президентом, в которых будут участвовать лидеры классов и корпусов. На этих встречах мы будем обсуждать насущные вопросы, волнующие учащихся. Это отличный способ сбора обратной связи: президент будет знать, чем живёт школа, а не догадываться об этом. Кроме того, при подготовке к таким встречам лидеры классов и корпусов будут вынуждены готовиться, собирать мнения своих ребят — а значит, и их работа станет эффективнее. В дальнейшем вопросы, затронутые на этих собраниях, будут обсуждаться на собрании префектов и в администрации. Так каждый ученик через своего лидера сможет донести свою идею или проблему до самого верха — и получить ответ.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Четвёртое — увеличение спортивности школы.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Спорт — важная часть школьной жизни, и я предлагаю увеличить количество игр и турниров. Это могут быть соревнования по разным видам спорта: футбол, волейбол, плавание, шахматы. Турниры могут проводиться как среди учащихся нашей школы, так и с другими школами. Главное — дать каждому возможность попробовать себя и найти вид спорта по душе. Кто-то любит бегать, кто-то — думать за шахматной доской, и каждый должен найти своё. Спорт — это не только победы, но и умение проигрывать, поддерживать товарища и работать в команде. Эти качества пригодятся нам далеко за пределами школы.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фотографии: предоставленная пользователем презентация Zhemanovvsevolod.pptx, слайд 5. Фото иллюстрирует школьную жизнь, а не выполнение предвыборных предложений.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Пятое — квиз «Кто лучше знает школу».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предлагаю ввести новую традицию — ежегодный квиз «Кто лучше знает школу». Каждый год в «Дубравушку» приходят новые ученики, и с помощью этого квиза мы расскажем им историю школы, а сами узнаем много нового. Вопросы мы будем составлять сами, а историю брать у сотрудников школы — учителей и администрации. Это поможет новым ребятам быстрее адаптироваться, а «долгожителям» — ещё лучше узнать место, в котором мы живём и учимся. Согласитесь, мало кто знает, почему наша школа называется именно так и что здесь происходило десять или двадцать лет назад. Этот квиз — повод заглянуть в прошлое и почувствовать себя частью большой истории.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фотографии: предоставленная пользователем презентация Zhemanovvsevolod.pptx, слайд 3. Фото иллюстрирует школьную жизнь, а не выполнение предвыборных предложений.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Шестое — командные мероприятия, где проявится каждый ученик.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предлагаю организовать командные мероприятия, в которых сможет проявить себя каждый. Например, проведение дозора силами префектов школы — с помощью Игоря Викторовича — для старшей, средней и младшей школы. Такие дела объединяют, учат работать в команде и дают каждому почувствовать свою значимость. В команде всегда найдётся роль для каждого: кто-то хорошо придумывает, кто-то умеет организовать, кто-то силён в практических делах. Важно, чтобы никто не остался в стороне и каждый почувствовал: «Я нужен, мой вклад важен».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фотографии: предоставленная пользователем презентация Zhemanovvsevolod.pptx, слайд 7. Фото иллюстрирует школьную жизнь, а не выполнение предвыборных предложений.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Седьмое — новая рубрика медиацентра «Мемы школьной жизни».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предлагаю добавить в медиацентр рубрику «Мемы школьной жизни». Это время посмеяться и немного расслабиться. При этом будет проводиться цензура — во избежание травли, нецензурной брани и неподходящих изображений. Это придаст нашей серьёзной учёбе немного разнообразия и хорошего настроения. Юмор помогает пережить трудный день и сближает людей. Но важно, чтобы смех был добрым и никого не обижал, — поэтому рубрика будет модерироваться, и каждый сможет быть уверен, что шутки не заденут его чувств.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Восьмое — комиссия добрых дел.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предлагаю создать комиссию добрых дел с привлечением префектов и учащихся 11 класса к разрешению конфликтных ситуаций. Это может быть обработка жёлтых карточек, воспитательные беседы, наставничество, участие в дисциплинарном совете. Так мы не просто указываем на проступки, а помогаем ребятам разобраться в ситуации и найти правильный путь. Иногда человеку нужно не наказание, а разговор и поддержка. Комиссия добрых дел — это шанс для каждого исправиться и почувствовать, что к нему относятся по-человечески, а не только с позиции правил.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Девятое — школьная лига.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Различные конкурсы и спортивные соревнования чаще всего проводятся среди корпусов. Я предлагаю организовать школьную лигу, где классы будут соревноваться в разных областях: успехах в учёбе, творчестве, спорте, помощи другим. Классы получают очки, ведётся рейтинг, итоги подводятся по окончании четверти. Приз — совместное классное мероприятие, которое мы обсудим с администрацией и классным руководителем. Это создаст здоровую конкуренцию и объединит классы. Причём соревноваться можно не только в оценках — помощь другим, добрые дела и творчество тоже будут приносить очки. Так каждый класс сможет найти свою сильную сторону и проявить себя.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фотографии: предоставленная пользователем презентация Zhemanovvsevolod.pptx, слайд 4. Фото иллюстрирует школьную жизнь, а не выполнение предвыборных предложений.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Десятое — участие префектуры в планировании мероприятий.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 предлагаю, чтобы префектура участвовала в составлении плана мероприятий на четверть. Планируемые события — в том числе по пятницам — будут публиковаться заранее, чтобы каждый знал, что его ждёт, и мог планировать своё время или предлагать свои идеи. Когда ученики заранее знают о событиях, они лучше готовятся и активнее участвуют. Кроме того, участвуя в планировании, префектура будет учитывать интересы разных возрастов и корпусов — а значит, мероприятия станут интереснее и разнообразнее. Прозрачный план — это уважение ко времени и интересам каждого.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фотографии: предоставленная пользователем презентация Zhemanovvsevolod.pptx, слайд 6. Фото иллюстрирует школьную жизнь, а не выполнение предвыборных предложений.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Одиннадцатое — ежемесячный отчёт о деятельности президента и префектуры.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 последнее, но важное: я предлагаю ввести ежемесячный отчёт о деятельности президента и префектуры. В нём будет сказано, что сделал президент, что находится в процессе, а от чего пришлось отказаться и по какой причине. Это обеспечит прозрачность работы и доверие между учениками и самоуправлением. Я хочу, чтобы вы могли спросить меня о любом пункте программы и получить честный ответ — что сделано, а что ещё впереди. Президент должен быть подотчётен тем, кто его выбрал, — только так можно сохранить доверие и работать по-настоящему эффективно.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Дорогие друзья! Моя программа — это конкретные и выполнимые шаги. Я готов слышать вас, работать для вас и вместе с вами делать нашу школу удобнее, дружнее и интереснее.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Спасибо за внимание. Буду рад ответить на ваши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текста: «Лошкарев Виталий.docx», предоставленный кандидатом. Формулировки сокращены для слайдов с сохранением смысла.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фотографии: предоставленная пользователем презентация Zhemanovvsevolod.pptx, слайд 8. Фото иллюстрирует школьную жизнь, а не выполнение предвыборных предложений.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b678e232846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38e557840b47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b4b0d297b2475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6a22408fc141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d13f4e55044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3b287bf9646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E0A950-C62B-4011-BEE1-98944D403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862798-0414-42EB-BD22-E2DB1E4AB1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563E79-7786-4400-9A38-028D69AB41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799505-2A6D-4BD8-8CBC-AFCD9A05EE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934357-1086-4A96-B3D4-6E62771E3D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A21A46-60E0-48A6-86AD-F9905B23C7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98342A-5A02-4253-9BC3-47F0A831C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4EE5FF-37DC-469D-B9C7-F2A988B973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753A99-58D0-47AD-A03E-184E63C77B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7FE0B1-699C-4C0F-B28F-1DF9DBBE30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29e7dd26fe47cc" /><Relationship Type="http://schemas.openxmlformats.org/officeDocument/2006/relationships/slideLayout" Target="/ppt/slideLayouts/slideLayout1.xml" Id="R2372cd92eb714efb" /><Relationship Type="http://schemas.openxmlformats.org/officeDocument/2006/relationships/slideLayout" Target="/ppt/slideLayouts/slideLayout2.xml" Id="R30ad8d9a5f504a04" /><Relationship Type="http://schemas.openxmlformats.org/officeDocument/2006/relationships/slideLayout" Target="/ppt/slideLayouts/slideLayout3.xml" Id="R45b12df4a9be4b19" /><Relationship Type="http://schemas.openxmlformats.org/officeDocument/2006/relationships/slideLayout" Target="/ppt/slideLayouts/slideLayout4.xml" Id="R0a222941dc62487f" /><Relationship Type="http://schemas.openxmlformats.org/officeDocument/2006/relationships/slideLayout" Target="/ppt/slideLayouts/slideLayout5.xml" Id="R79bce56f239b4c13" /><Relationship Type="http://schemas.openxmlformats.org/officeDocument/2006/relationships/slideLayout" Target="/ppt/slideLayouts/slideLayout6.xml" Id="R5f2366a9369b40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72cd92eb714efb"/>
    <p:sldLayoutId xmlns:r="http://schemas.openxmlformats.org/officeDocument/2006/relationships" id="2147483650" r:id="R30ad8d9a5f504a04"/>
    <p:sldLayoutId xmlns:r="http://schemas.openxmlformats.org/officeDocument/2006/relationships" id="2147483651" r:id="R45b12df4a9be4b19"/>
    <p:sldLayoutId xmlns:r="http://schemas.openxmlformats.org/officeDocument/2006/relationships" id="2147483652" r:id="R0a222941dc62487f"/>
    <p:sldLayoutId xmlns:r="http://schemas.openxmlformats.org/officeDocument/2006/relationships" id="2147483653" r:id="R79bce56f239b4c13"/>
    <p:sldLayoutId xmlns:r="http://schemas.openxmlformats.org/officeDocument/2006/relationships" id="2147483654" r:id="R5f2366a9369b40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4b1f44ce3d424f" /><Relationship Type="http://schemas.openxmlformats.org/officeDocument/2006/relationships/image" Target="/ppt/media/image.jpeg" Id="Rd9d7aba225344a91" /><Relationship Type="http://schemas.openxmlformats.org/officeDocument/2006/relationships/notesSlide" Target="/ppt/notesSlides/notesSlide1.xml" Id="Rd6a95a81822047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22e3d34ab4bdd" /><Relationship Type="http://schemas.openxmlformats.org/officeDocument/2006/relationships/notesSlide" Target="/ppt/notesSlides/notesSlide2.xml" Id="R6d4364f8b37647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8bf41e371e44c4" /><Relationship Type="http://schemas.openxmlformats.org/officeDocument/2006/relationships/image" Target="/ppt/media/image2.jpeg" Id="R8291369b4aae4939" /><Relationship Type="http://schemas.openxmlformats.org/officeDocument/2006/relationships/notesSlide" Target="/ppt/notesSlides/notesSlide3.xml" Id="R09a6325c5f9847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053ffa4974eb3" /><Relationship Type="http://schemas.openxmlformats.org/officeDocument/2006/relationships/image" Target="/ppt/media/image3.jpeg" Id="Rd32ab5ca08874fde" /><Relationship Type="http://schemas.openxmlformats.org/officeDocument/2006/relationships/notesSlide" Target="/ppt/notesSlides/notesSlide4.xml" Id="R3cf2d3356e7d45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73b35683794c2a" /><Relationship Type="http://schemas.openxmlformats.org/officeDocument/2006/relationships/notesSlide" Target="/ppt/notesSlides/notesSlide5.xml" Id="Rae3f27feac6e45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b605d2f98b43de" /><Relationship Type="http://schemas.openxmlformats.org/officeDocument/2006/relationships/image" Target="/ppt/media/image4.jpeg" Id="Rca0e850075274a8c" /><Relationship Type="http://schemas.openxmlformats.org/officeDocument/2006/relationships/notesSlide" Target="/ppt/notesSlides/notesSlide6.xml" Id="Rda6ef757844642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eb354694e453c" /><Relationship Type="http://schemas.openxmlformats.org/officeDocument/2006/relationships/image" Target="/ppt/media/image5.jpeg" Id="R1fde28a1c8b240b4" /><Relationship Type="http://schemas.openxmlformats.org/officeDocument/2006/relationships/notesSlide" Target="/ppt/notesSlides/notesSlide7.xml" Id="Rb138cf41ef6a4b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3caf65dbe47c2" /><Relationship Type="http://schemas.openxmlformats.org/officeDocument/2006/relationships/image" Target="/ppt/media/image6.jpeg" Id="Rb2ad9873e35246d5" /><Relationship Type="http://schemas.openxmlformats.org/officeDocument/2006/relationships/notesSlide" Target="/ppt/notesSlides/notesSlide8.xml" Id="R8adef6b0694844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27bc11faf4f34" /><Relationship Type="http://schemas.openxmlformats.org/officeDocument/2006/relationships/notesSlide" Target="/ppt/notesSlides/notesSlide9.xml" Id="R2a53e1fab6a243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197f4c6fc4293" /><Relationship Type="http://schemas.openxmlformats.org/officeDocument/2006/relationships/notesSlide" Target="/ppt/notesSlides/notesSlide10.xml" Id="R15ec374a4b624f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6b69d718c04107" /><Relationship Type="http://schemas.openxmlformats.org/officeDocument/2006/relationships/image" Target="/ppt/media/image7.jpeg" Id="R45b8836d5d1b4afe" /><Relationship Type="http://schemas.openxmlformats.org/officeDocument/2006/relationships/notesSlide" Target="/ppt/notesSlides/notesSlide11.xml" Id="R931564dd242841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4df48917134369" /><Relationship Type="http://schemas.openxmlformats.org/officeDocument/2006/relationships/image" Target="/ppt/media/image8.jpeg" Id="R4d3ea939a1c5414c" /><Relationship Type="http://schemas.openxmlformats.org/officeDocument/2006/relationships/notesSlide" Target="/ppt/notesSlides/notesSlide12.xml" Id="R367dcf182aa845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875bbdc84145c7" /><Relationship Type="http://schemas.openxmlformats.org/officeDocument/2006/relationships/notesSlide" Target="/ppt/notesSlides/notesSlide13.xml" Id="R1fcc4c24339445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e1a4a67c341d2" /><Relationship Type="http://schemas.openxmlformats.org/officeDocument/2006/relationships/image" Target="/ppt/media/image9.jpeg" Id="Re49e115c899d44e2" /><Relationship Type="http://schemas.openxmlformats.org/officeDocument/2006/relationships/notesSlide" Target="/ppt/notesSlides/notesSlide14.xml" Id="Rd25868a0e0364f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DF4FF022-0572-4F22-AB89-FA288BD7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ВЫБОРЫ ПРЕЗИДЕНТА ШКОЛЫ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D17EF5E-282E-428C-8593-7F22E0A0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09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2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Виталий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52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52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Лошкарёв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2EAE66C-BF5D-4016-8336-D40BCE9B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Кандидат в президенты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школы «Дубравушка»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7073933-BCDF-4CA0-9E14-4F8B7CCB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11 класс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F3658-59F4-4678-A371-F16A0BA2CD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7aba225344a91"/>
          <a:stretch xmlns:a="http://schemas.openxmlformats.org/drawingml/2006/main"/>
        </p:blipFill>
        <p:spPr>
          <a:xfrm xmlns:a="http://schemas.openxmlformats.org/drawingml/2006/main">
            <a:off x="6726061" y="723900"/>
            <a:ext cx="4854929" cy="5429250"/>
          </a:xfrm>
          <a:prstGeom xmlns:a="http://schemas.openxmlformats.org/drawingml/2006/main" prst="rect">
            <a:avLst/>
          </a:prstGeom>
        </p:spPr>
      </p:pic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8C519C-7FAC-4EC3-A7BB-623E03E4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20171514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84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6">
            <a:extLst xmlns:a="http://schemas.openxmlformats.org/drawingml/2006/main">
              <a:ext uri="{FF2B5EF4-FFF2-40B4-BE49-F238E27FC236}">
                <a16:creationId xmlns:a16="http://schemas.microsoft.com/office/drawing/2014/main" id="{3243D8B7-6EB0-4CE1-AC38-AC07B700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Моя программа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DD4A77E5-D6D6-4D46-8341-D3371A22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D9F35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6A7B6289-7C66-48E3-8D13-BFD9DB81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914525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Слышать каждого</a:t>
            </a:r>
          </a:p>
        </p:txBody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B93B2C28-E63E-48E4-A219-4D2189F4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D9F35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DBF79388-E37C-4EA5-AB34-6B09E623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7180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Создавать условия для общения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DEDC2A5C-90A8-434C-9A7B-8EA507FC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904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0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D9F35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CCDC54F4-B897-4114-A0B3-08D0AAA4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990975"/>
            <a:ext cx="9525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Делать школу местом,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где хочется находиться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4E7E7517-1C2D-450D-88C8-CEB7E52A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Вместе с префектами, лидерами классов и корпусов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D36241A3-BC3F-4922-8489-1A22BDFF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FD7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CFD7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FD7FF"/>
                </a:solidFill>
                <a:latin typeface="DejaVu Sans"/>
                <a:ea typeface="DejaVu Sans"/>
                <a:cs typeface="DejaVu Sans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1385177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5">
            <a:extLst xmlns:a="http://schemas.openxmlformats.org/drawingml/2006/main">
              <a:ext uri="{FF2B5EF4-FFF2-40B4-BE49-F238E27FC236}">
                <a16:creationId xmlns:a16="http://schemas.microsoft.com/office/drawing/2014/main" id="{B16AE5C3-04C4-4ECE-8AED-2F022D4D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2" name="text-16">
            <a:extLst xmlns:a="http://schemas.openxmlformats.org/drawingml/2006/main">
              <a:ext uri="{FF2B5EF4-FFF2-40B4-BE49-F238E27FC236}">
                <a16:creationId xmlns:a16="http://schemas.microsoft.com/office/drawing/2014/main" id="{5CD062AF-F92E-4023-8605-06C58264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Зона отдыха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для учеников</a:t>
            </a:r>
          </a:p>
        </p:txBody>
      </p:sp>
      <p:sp>
        <p:nvSpPr>
          <p:cNvPr id="3" name="text-17">
            <a:extLst xmlns:a="http://schemas.openxmlformats.org/drawingml/2006/main">
              <a:ext uri="{FF2B5EF4-FFF2-40B4-BE49-F238E27FC236}">
                <a16:creationId xmlns:a16="http://schemas.microsoft.com/office/drawing/2014/main" id="{44AAA0BE-32A8-4BBC-B80B-A3EBBB10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381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Оборудовать веранды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осенью и весной</a:t>
            </a:r>
          </a:p>
        </p:txBody>
      </p:sp>
      <p:sp>
        <p:nvSpPr>
          <p:cNvPr id="4" name="text-18">
            <a:extLst xmlns:a="http://schemas.openxmlformats.org/drawingml/2006/main">
              <a:ext uri="{FF2B5EF4-FFF2-40B4-BE49-F238E27FC236}">
                <a16:creationId xmlns:a16="http://schemas.microsoft.com/office/drawing/2014/main" id="{BFD30397-29D6-406B-80AA-8CAEA421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Место, где можно встретиться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с ребятами из разных корпусов</a:t>
            </a:r>
          </a:p>
        </p:txBody>
      </p:sp>
      <p:sp>
        <p:nvSpPr>
          <p:cNvPr id="5" name="text-19">
            <a:extLst xmlns:a="http://schemas.openxmlformats.org/drawingml/2006/main">
              <a:ext uri="{FF2B5EF4-FFF2-40B4-BE49-F238E27FC236}">
                <a16:creationId xmlns:a16="http://schemas.microsoft.com/office/drawing/2014/main" id="{643B9C84-A806-408D-B4AE-E0508627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Оформить пространство своими силами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0C6C7-6234-4703-BC41-E809A32AFC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1369b4aae4939"/>
          <a:stretch xmlns:a="http://schemas.openxmlformats.org/drawingml/2006/main"/>
        </p:blipFill>
        <p:spPr>
          <a:xfrm xmlns:a="http://schemas.openxmlformats.org/drawingml/2006/main">
            <a:off x="6762750" y="2353896"/>
            <a:ext cx="4819650" cy="2959832"/>
          </a:xfrm>
          <a:prstGeom xmlns:a="http://schemas.openxmlformats.org/drawingml/2006/main" prst="rect">
            <a:avLst/>
          </a:prstGeom>
        </p:spPr>
      </p:pic>
      <p:sp>
        <p:nvSpPr>
          <p:cNvPr id="7" name="text-20">
            <a:extLst xmlns:a="http://schemas.openxmlformats.org/drawingml/2006/main">
              <a:ext uri="{FF2B5EF4-FFF2-40B4-BE49-F238E27FC236}">
                <a16:creationId xmlns:a16="http://schemas.microsoft.com/office/drawing/2014/main" id="{9BAD28B7-0058-4818-9A59-97585FE2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307800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1">
            <a:extLst xmlns:a="http://schemas.openxmlformats.org/drawingml/2006/main">
              <a:ext uri="{FF2B5EF4-FFF2-40B4-BE49-F238E27FC236}">
                <a16:creationId xmlns:a16="http://schemas.microsoft.com/office/drawing/2014/main" id="{CFAB0B5C-A0D0-41B3-9D0B-34E07D27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2" name="text-22">
            <a:extLst xmlns:a="http://schemas.openxmlformats.org/drawingml/2006/main">
              <a:ext uri="{FF2B5EF4-FFF2-40B4-BE49-F238E27FC236}">
                <a16:creationId xmlns:a16="http://schemas.microsoft.com/office/drawing/2014/main" id="{6AEA0346-8B7D-464E-BFE9-01DE8018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Вечер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без телефона</a:t>
            </a:r>
          </a:p>
        </p:txBody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487E321D-9A62-4E90-820E-0E599575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Для младшей и средней школы</a:t>
            </a:r>
          </a:p>
        </p:txBody>
      </p:sp>
      <p:sp>
        <p:nvSpPr>
          <p:cNvPr id="4" name="text-24">
            <a:extLst xmlns:a="http://schemas.openxmlformats.org/drawingml/2006/main">
              <a:ext uri="{FF2B5EF4-FFF2-40B4-BE49-F238E27FC236}">
                <a16:creationId xmlns:a16="http://schemas.microsoft.com/office/drawing/2014/main" id="{D17115B9-54A2-4F39-A319-6F861692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552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Настольные игры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со старшеклассниками</a:t>
            </a:r>
          </a:p>
        </p:txBody>
      </p:sp>
      <p:sp>
        <p:nvSpPr>
          <p:cNvPr id="5" name="text-25">
            <a:extLst xmlns:a="http://schemas.openxmlformats.org/drawingml/2006/main">
              <a:ext uri="{FF2B5EF4-FFF2-40B4-BE49-F238E27FC236}">
                <a16:creationId xmlns:a16="http://schemas.microsoft.com/office/drawing/2014/main" id="{FF132D6F-CA0D-4BCC-AE87-81889C7F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«Крокодил», «Бункер» и другие</a:t>
            </a:r>
          </a:p>
        </p:txBody>
      </p:sp>
      <p:sp>
        <p:nvSpPr>
          <p:cNvPr id="6" name="text-26">
            <a:extLst xmlns:a="http://schemas.openxmlformats.org/drawingml/2006/main">
              <a:ext uri="{FF2B5EF4-FFF2-40B4-BE49-F238E27FC236}">
                <a16:creationId xmlns:a16="http://schemas.microsoft.com/office/drawing/2014/main" id="{5B7A5237-E90E-4A49-9F7A-B302A71E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Живое общение и наставничество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7AF1C-879F-42DC-A2E3-B6669BE7AF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ab5ca08874fde"/>
          <a:stretch xmlns:a="http://schemas.openxmlformats.org/drawingml/2006/main"/>
        </p:blipFill>
        <p:spPr>
          <a:xfrm xmlns:a="http://schemas.openxmlformats.org/drawingml/2006/main">
            <a:off x="6762750" y="2534165"/>
            <a:ext cx="4819650" cy="3504169"/>
          </a:xfrm>
          <a:prstGeom xmlns:a="http://schemas.openxmlformats.org/drawingml/2006/main" prst="rect">
            <a:avLst/>
          </a:prstGeom>
        </p:spPr>
      </p:pic>
      <p:sp>
        <p:nvSpPr>
          <p:cNvPr id="8" name="text-27">
            <a:extLst xmlns:a="http://schemas.openxmlformats.org/drawingml/2006/main">
              <a:ext uri="{FF2B5EF4-FFF2-40B4-BE49-F238E27FC236}">
                <a16:creationId xmlns:a16="http://schemas.microsoft.com/office/drawing/2014/main" id="{5DAAA1A0-3750-4F17-A105-AE82260A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338387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3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DAF81-A0A3-4031-A56B-ED056B2435F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210550" y="4343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E475B3-8EF8-487A-B2E4-D1058FA610F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00700" y="4343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ABA6B-839E-4E18-BF57-D902BE9FD39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09850" y="43434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  <a:tailEnd type="arrow" w="med" len="med"/>
          </a:ln>
        </p:spPr>
      </p:cxnSp>
      <p:sp>
        <p:nvSpPr>
          <p:cNvPr id="13" name="text-28">
            <a:extLst xmlns:a="http://schemas.openxmlformats.org/drawingml/2006/main">
              <a:ext uri="{FF2B5EF4-FFF2-40B4-BE49-F238E27FC236}">
                <a16:creationId xmlns:a16="http://schemas.microsoft.com/office/drawing/2014/main" id="{5DFCD98C-25BD-478A-A5BE-976469E7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D9F35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2" name="text-29">
            <a:extLst xmlns:a="http://schemas.openxmlformats.org/drawingml/2006/main">
              <a:ext uri="{FF2B5EF4-FFF2-40B4-BE49-F238E27FC236}">
                <a16:creationId xmlns:a16="http://schemas.microsoft.com/office/drawing/2014/main" id="{5CA0668E-922C-4725-AC70-F62F73FD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Постоянная связь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 президентом</a:t>
            </a:r>
          </a:p>
        </p:txBody>
      </p:sp>
      <p:sp>
        <p:nvSpPr>
          <p:cNvPr id="3" name="text-30">
            <a:extLst xmlns:a="http://schemas.openxmlformats.org/drawingml/2006/main">
              <a:ext uri="{FF2B5EF4-FFF2-40B4-BE49-F238E27FC236}">
                <a16:creationId xmlns:a16="http://schemas.microsoft.com/office/drawing/2014/main" id="{B8704396-47C2-4A15-AB26-3EB3C723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D9F35B"/>
                </a:solidFill>
                <a:latin typeface="DejaVu Sans"/>
                <a:ea typeface="DejaVu Sans"/>
                <a:cs typeface="DejaVu Sans"/>
              </a:rPr>
              <a:t>Ежемесячные встречи с лидерами классов и корпусов</a:t>
            </a:r>
          </a:p>
        </p:txBody>
      </p:sp>
      <p:sp>
        <p:nvSpPr>
          <p:cNvPr id="4" name="diagram-31">
            <a:extLst xmlns:a="http://schemas.openxmlformats.org/drawingml/2006/main">
              <a:ext uri="{FF2B5EF4-FFF2-40B4-BE49-F238E27FC236}">
                <a16:creationId xmlns:a16="http://schemas.microsoft.com/office/drawing/2014/main" id="{69FCE3EF-13C8-497E-9139-4D801B39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Ученики</a:t>
            </a:r>
          </a:p>
        </p:txBody>
      </p:sp>
      <p:sp>
        <p:nvSpPr>
          <p:cNvPr id="5" name="diagram-32">
            <a:extLst xmlns:a="http://schemas.openxmlformats.org/drawingml/2006/main">
              <a:ext uri="{FF2B5EF4-FFF2-40B4-BE49-F238E27FC236}">
                <a16:creationId xmlns:a16="http://schemas.microsoft.com/office/drawing/2014/main" id="{493DBA72-4E3B-4E97-ADB7-4A79B38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100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Лидеры классов</a:t>
            </a:r>
          </a:p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и корпусов</a:t>
            </a:r>
          </a:p>
        </p:txBody>
      </p:sp>
      <p:sp>
        <p:nvSpPr>
          <p:cNvPr id="6" name="diagram-33">
            <a:extLst xmlns:a="http://schemas.openxmlformats.org/drawingml/2006/main">
              <a:ext uri="{FF2B5EF4-FFF2-40B4-BE49-F238E27FC236}">
                <a16:creationId xmlns:a16="http://schemas.microsoft.com/office/drawing/2014/main" id="{45C46F8E-A344-4247-AD45-45D531E5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10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Президент</a:t>
            </a:r>
          </a:p>
        </p:txBody>
      </p:sp>
      <p:sp>
        <p:nvSpPr>
          <p:cNvPr id="7" name="diagram-34">
            <a:extLst xmlns:a="http://schemas.openxmlformats.org/drawingml/2006/main">
              <a:ext uri="{FF2B5EF4-FFF2-40B4-BE49-F238E27FC236}">
                <a16:creationId xmlns:a16="http://schemas.microsoft.com/office/drawing/2014/main" id="{FAB55169-F64A-4245-A7BE-CA4EABFF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100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Префекты</a:t>
            </a:r>
          </a:p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и администрация</a:t>
            </a:r>
          </a:p>
        </p:txBody>
      </p:sp>
      <p:sp>
        <p:nvSpPr>
          <p:cNvPr id="11" name="text-35">
            <a:extLst xmlns:a="http://schemas.openxmlformats.org/drawingml/2006/main">
              <a:ext uri="{FF2B5EF4-FFF2-40B4-BE49-F238E27FC236}">
                <a16:creationId xmlns:a16="http://schemas.microsoft.com/office/drawing/2014/main" id="{FBD2B51A-BB43-4E33-8FA3-ADB1D127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Каждый ученик может донести свою идею и получить ответ</a:t>
            </a:r>
          </a:p>
        </p:txBody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9D160A75-3337-42AB-AF87-64097DBE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FD7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CFD7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FD7FF"/>
                </a:solidFill>
                <a:latin typeface="DejaVu Sans"/>
                <a:ea typeface="DejaVu Sans"/>
                <a:cs typeface="DejaVu Sans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20535710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7">
            <a:extLst xmlns:a="http://schemas.openxmlformats.org/drawingml/2006/main">
              <a:ext uri="{FF2B5EF4-FFF2-40B4-BE49-F238E27FC236}">
                <a16:creationId xmlns:a16="http://schemas.microsoft.com/office/drawing/2014/main" id="{1E289C2A-C7E3-4F6A-AA32-3F5F1229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" name="text-38">
            <a:extLst xmlns:a="http://schemas.openxmlformats.org/drawingml/2006/main">
              <a:ext uri="{FF2B5EF4-FFF2-40B4-BE49-F238E27FC236}">
                <a16:creationId xmlns:a16="http://schemas.microsoft.com/office/drawing/2014/main" id="{A47E4848-40AE-478A-8628-CE7BE9AC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685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Больше спорта,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игр и турниров</a:t>
            </a:r>
          </a:p>
        </p:txBody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6E3DD46F-9417-4881-A8CD-96237DE2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561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Внутри школы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и с другими школами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8EB51EE0-FA14-477B-997B-F5E9F27D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4762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Футбол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Волейбол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Плавание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Шахматы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A59A9-6C77-4413-9E70-89FC3057D2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0e850075274a8c"/>
          <a:stretch xmlns:a="http://schemas.openxmlformats.org/drawingml/2006/main"/>
        </p:blipFill>
        <p:spPr>
          <a:xfrm xmlns:a="http://schemas.openxmlformats.org/drawingml/2006/main">
            <a:off x="6191250" y="2458167"/>
            <a:ext cx="5391150" cy="3913341"/>
          </a:xfrm>
          <a:prstGeom xmlns:a="http://schemas.openxmlformats.org/drawingml/2006/main" prst="rect">
            <a:avLst/>
          </a:prstGeom>
        </p:spPr>
      </p:pic>
      <p:sp>
        <p:nvSpPr>
          <p:cNvPr id="6" name="text-41">
            <a:extLst xmlns:a="http://schemas.openxmlformats.org/drawingml/2006/main">
              <a:ext uri="{FF2B5EF4-FFF2-40B4-BE49-F238E27FC236}">
                <a16:creationId xmlns:a16="http://schemas.microsoft.com/office/drawing/2014/main" id="{AA5EACFD-CC0A-49A6-BABC-806E06BF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19861870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74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42">
            <a:extLst xmlns:a="http://schemas.openxmlformats.org/drawingml/2006/main">
              <a:ext uri="{FF2B5EF4-FFF2-40B4-BE49-F238E27FC236}">
                <a16:creationId xmlns:a16="http://schemas.microsoft.com/office/drawing/2014/main" id="{AE565E6E-D896-469B-80BC-620D5997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" name="text-43">
            <a:extLst xmlns:a="http://schemas.openxmlformats.org/drawingml/2006/main">
              <a:ext uri="{FF2B5EF4-FFF2-40B4-BE49-F238E27FC236}">
                <a16:creationId xmlns:a16="http://schemas.microsoft.com/office/drawing/2014/main" id="{00BEE03C-7E04-4433-888C-2150521B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857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3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Кто лучше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3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знает школу</a:t>
            </a:r>
          </a:p>
        </p:txBody>
      </p:sp>
      <p:sp>
        <p:nvSpPr>
          <p:cNvPr id="3" name="text-44">
            <a:extLst xmlns:a="http://schemas.openxmlformats.org/drawingml/2006/main">
              <a:ext uri="{FF2B5EF4-FFF2-40B4-BE49-F238E27FC236}">
                <a16:creationId xmlns:a16="http://schemas.microsoft.com/office/drawing/2014/main" id="{704AEC1C-8EF9-42D9-BC4E-8C4D15F5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Ежегодный квиз об истории «Дубравушки»</a:t>
            </a:r>
          </a:p>
        </p:txBody>
      </p:sp>
      <p:sp>
        <p:nvSpPr>
          <p:cNvPr id="4" name="text-45">
            <a:extLst xmlns:a="http://schemas.openxmlformats.org/drawingml/2006/main">
              <a:ext uri="{FF2B5EF4-FFF2-40B4-BE49-F238E27FC236}">
                <a16:creationId xmlns:a16="http://schemas.microsoft.com/office/drawing/2014/main" id="{193EAB1F-41B4-411F-B6CB-C61B09EE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Вопросы составляем сами.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Историю узнаём у учителей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и администрации.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09439-2C2B-461C-A1FB-B83C290F8D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e28a1c8b240b4"/>
          <a:stretch xmlns:a="http://schemas.openxmlformats.org/drawingml/2006/main"/>
        </p:blipFill>
        <p:spPr>
          <a:xfrm xmlns:a="http://schemas.openxmlformats.org/drawingml/2006/main">
            <a:off x="7381875" y="3448941"/>
            <a:ext cx="4200525" cy="2970018"/>
          </a:xfrm>
          <a:prstGeom xmlns:a="http://schemas.openxmlformats.org/drawingml/2006/main" prst="rect">
            <a:avLst/>
          </a:prstGeom>
        </p:spPr>
      </p:pic>
      <p:sp>
        <p:nvSpPr>
          <p:cNvPr id="6" name="text-46">
            <a:extLst xmlns:a="http://schemas.openxmlformats.org/drawingml/2006/main">
              <a:ext uri="{FF2B5EF4-FFF2-40B4-BE49-F238E27FC236}">
                <a16:creationId xmlns:a16="http://schemas.microsoft.com/office/drawing/2014/main" id="{5348BE9B-293B-492A-90F2-F4B5C546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Новая школьная традиция</a:t>
            </a:r>
          </a:p>
        </p:txBody>
      </p:sp>
      <p:sp>
        <p:nvSpPr>
          <p:cNvPr id="7" name="text-47">
            <a:extLst xmlns:a="http://schemas.openxmlformats.org/drawingml/2006/main">
              <a:ext uri="{FF2B5EF4-FFF2-40B4-BE49-F238E27FC236}">
                <a16:creationId xmlns:a16="http://schemas.microsoft.com/office/drawing/2014/main" id="{5AE83EDA-2C58-4599-9960-F5BBC002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1467503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48">
            <a:extLst xmlns:a="http://schemas.openxmlformats.org/drawingml/2006/main">
              <a:ext uri="{FF2B5EF4-FFF2-40B4-BE49-F238E27FC236}">
                <a16:creationId xmlns:a16="http://schemas.microsoft.com/office/drawing/2014/main" id="{36286D07-AF69-43FF-B692-6C215C2F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547901A4-9E74-4BE2-B5CF-AA2F010D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714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Командные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мероприятия</a:t>
            </a:r>
          </a:p>
        </p:txBody>
      </p:sp>
      <p:sp>
        <p:nvSpPr>
          <p:cNvPr id="3" name="text-50">
            <a:extLst xmlns:a="http://schemas.openxmlformats.org/drawingml/2006/main">
              <a:ext uri="{FF2B5EF4-FFF2-40B4-BE49-F238E27FC236}">
                <a16:creationId xmlns:a16="http://schemas.microsoft.com/office/drawing/2014/main" id="{5B541DA2-DC31-4DEA-8975-71D00117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5619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Дозор для младшей,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средней и старшей школы</a:t>
            </a:r>
          </a:p>
        </p:txBody>
      </p:sp>
      <p:sp>
        <p:nvSpPr>
          <p:cNvPr id="4" name="text-51">
            <a:extLst xmlns:a="http://schemas.openxmlformats.org/drawingml/2006/main">
              <a:ext uri="{FF2B5EF4-FFF2-40B4-BE49-F238E27FC236}">
                <a16:creationId xmlns:a16="http://schemas.microsoft.com/office/drawing/2014/main" id="{12240D80-89E9-4BC9-ABA4-75AA57CF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Префекты организуют дозор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с помощью Игоря Викторовича</a:t>
            </a:r>
          </a:p>
        </p:txBody>
      </p:sp>
      <p:sp>
        <p:nvSpPr>
          <p:cNvPr id="5" name="text-52">
            <a:extLst xmlns:a="http://schemas.openxmlformats.org/drawingml/2006/main">
              <a:ext uri="{FF2B5EF4-FFF2-40B4-BE49-F238E27FC236}">
                <a16:creationId xmlns:a16="http://schemas.microsoft.com/office/drawing/2014/main" id="{6FE9F9BD-EE56-42B5-9F36-6E1F05BF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Каждому найдётся роль в команде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0376E-FBD0-404E-A066-294D8D9163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d9873e35246d5"/>
          <a:stretch xmlns:a="http://schemas.openxmlformats.org/drawingml/2006/main"/>
        </p:blipFill>
        <p:spPr>
          <a:xfrm xmlns:a="http://schemas.openxmlformats.org/drawingml/2006/main">
            <a:off x="6479147" y="2857500"/>
            <a:ext cx="5101105" cy="2076450"/>
          </a:xfrm>
          <a:prstGeom xmlns:a="http://schemas.openxmlformats.org/drawingml/2006/main" prst="rect">
            <a:avLst/>
          </a:prstGeom>
        </p:spPr>
      </p:pic>
      <p:sp>
        <p:nvSpPr>
          <p:cNvPr id="7" name="text-53">
            <a:extLst xmlns:a="http://schemas.openxmlformats.org/drawingml/2006/main">
              <a:ext uri="{FF2B5EF4-FFF2-40B4-BE49-F238E27FC236}">
                <a16:creationId xmlns:a16="http://schemas.microsoft.com/office/drawing/2014/main" id="{4DD41322-62C2-414B-9773-B8803126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10507141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C9C3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54">
            <a:extLst xmlns:a="http://schemas.openxmlformats.org/drawingml/2006/main">
              <a:ext uri="{FF2B5EF4-FFF2-40B4-BE49-F238E27FC236}">
                <a16:creationId xmlns:a16="http://schemas.microsoft.com/office/drawing/2014/main" id="{C289FD10-06FA-40D5-96D5-E23D6111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2" name="text-55">
            <a:extLst xmlns:a="http://schemas.openxmlformats.org/drawingml/2006/main">
              <a:ext uri="{FF2B5EF4-FFF2-40B4-BE49-F238E27FC236}">
                <a16:creationId xmlns:a16="http://schemas.microsoft.com/office/drawing/2014/main" id="{9A61C0D9-0C9C-49B0-9DAE-2F22CC4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47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«Мемы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90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школьной жизни»</a:t>
            </a:r>
          </a:p>
        </p:txBody>
      </p:sp>
      <p:sp>
        <p:nvSpPr>
          <p:cNvPr id="3" name="text-56">
            <a:extLst xmlns:a="http://schemas.openxmlformats.org/drawingml/2006/main">
              <a:ext uri="{FF2B5EF4-FFF2-40B4-BE49-F238E27FC236}">
                <a16:creationId xmlns:a16="http://schemas.microsoft.com/office/drawing/2014/main" id="{9F5C4E83-7350-4DFF-833A-A669A7FA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Новая рубрика медиацентра</a:t>
            </a:r>
          </a:p>
        </p:txBody>
      </p:sp>
      <p:sp>
        <p:nvSpPr>
          <p:cNvPr id="4" name="text-57">
            <a:extLst xmlns:a="http://schemas.openxmlformats.org/drawingml/2006/main">
              <a:ext uri="{FF2B5EF4-FFF2-40B4-BE49-F238E27FC236}">
                <a16:creationId xmlns:a16="http://schemas.microsoft.com/office/drawing/2014/main" id="{B7DA9591-923B-46CB-B552-1548EBA4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619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Модерация без травли,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нецензурной брани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и неподходящих изображений</a:t>
            </a:r>
          </a:p>
        </p:txBody>
      </p:sp>
      <p:sp>
        <p:nvSpPr>
          <p:cNvPr id="5" name="text-58">
            <a:extLst xmlns:a="http://schemas.openxmlformats.org/drawingml/2006/main">
              <a:ext uri="{FF2B5EF4-FFF2-40B4-BE49-F238E27FC236}">
                <a16:creationId xmlns:a16="http://schemas.microsoft.com/office/drawing/2014/main" id="{364CFCF3-6A32-4303-8110-46988C68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4476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Добрый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юмор, который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объединяет</a:t>
            </a:r>
          </a:p>
        </p:txBody>
      </p:sp>
      <p:sp>
        <p:nvSpPr>
          <p:cNvPr id="6" name="text-59">
            <a:extLst xmlns:a="http://schemas.openxmlformats.org/drawingml/2006/main">
              <a:ext uri="{FF2B5EF4-FFF2-40B4-BE49-F238E27FC236}">
                <a16:creationId xmlns:a16="http://schemas.microsoft.com/office/drawing/2014/main" id="{80F09D44-EE49-47DF-892B-DAE5F440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Каждый должен быть уверен, что шутки его не заденут</a:t>
            </a:r>
          </a:p>
        </p:txBody>
      </p:sp>
      <p:sp>
        <p:nvSpPr>
          <p:cNvPr id="7" name="text-60">
            <a:extLst xmlns:a="http://schemas.openxmlformats.org/drawingml/2006/main">
              <a:ext uri="{FF2B5EF4-FFF2-40B4-BE49-F238E27FC236}">
                <a16:creationId xmlns:a16="http://schemas.microsoft.com/office/drawing/2014/main" id="{FE511B93-C07E-45F8-9911-CF64585E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rPr>
              <a:t>09 / 14</a:t>
            </a:r>
          </a:p>
        </p:txBody>
      </p:sp>
    </p:spTree>
    <p:extLst>
      <p:ext uri="{BB962C8B-B14F-4D97-AF65-F5344CB8AC3E}">
        <p14:creationId xmlns:p14="http://schemas.microsoft.com/office/powerpoint/2010/main" val="935270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80ACD-9A62-4037-B3C1-BAF6D8733B8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91400" y="4572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48E8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32650-1084-40BC-A716-352CF6845F5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05225" y="4572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48E8"/>
            </a:solidFill>
            <a:prstDash val="solid"/>
            <a:tailEnd type="arrow" w="med" len="med"/>
          </a:ln>
        </p:spPr>
      </p:cxnSp>
      <p:sp>
        <p:nvSpPr>
          <p:cNvPr id="11" name="text-61">
            <a:extLst xmlns:a="http://schemas.openxmlformats.org/drawingml/2006/main">
              <a:ext uri="{FF2B5EF4-FFF2-40B4-BE49-F238E27FC236}">
                <a16:creationId xmlns:a16="http://schemas.microsoft.com/office/drawing/2014/main" id="{E6C88606-81B5-43F7-925D-FFF77B7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2" name="text-62">
            <a:extLst xmlns:a="http://schemas.openxmlformats.org/drawingml/2006/main">
              <a:ext uri="{FF2B5EF4-FFF2-40B4-BE49-F238E27FC236}">
                <a16:creationId xmlns:a16="http://schemas.microsoft.com/office/drawing/2014/main" id="{F27B3BC6-8A52-470D-A7D1-E2D83B38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Комиссия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добрых дел</a:t>
            </a:r>
          </a:p>
        </p:txBody>
      </p:sp>
      <p:sp>
        <p:nvSpPr>
          <p:cNvPr id="3" name="text-63">
            <a:extLst xmlns:a="http://schemas.openxmlformats.org/drawingml/2006/main">
              <a:ext uri="{FF2B5EF4-FFF2-40B4-BE49-F238E27FC236}">
                <a16:creationId xmlns:a16="http://schemas.microsoft.com/office/drawing/2014/main" id="{2911D8EA-6B2A-43C3-A88E-9C37A25E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477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Префекты и ученики 11 класса помогают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разрешать конфликтные ситуации</a:t>
            </a:r>
          </a:p>
        </p:txBody>
      </p:sp>
      <p:sp>
        <p:nvSpPr>
          <p:cNvPr id="4" name="diagram-64">
            <a:extLst xmlns:a="http://schemas.openxmlformats.org/drawingml/2006/main">
              <a:ext uri="{FF2B5EF4-FFF2-40B4-BE49-F238E27FC236}">
                <a16:creationId xmlns:a16="http://schemas.microsoft.com/office/drawing/2014/main" id="{AA8B55A8-F7ED-40CF-84F8-EC5185A6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095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3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Разобраться</a:t>
            </a:r>
          </a:p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в ситуации</a:t>
            </a:r>
          </a:p>
        </p:txBody>
      </p:sp>
      <p:sp>
        <p:nvSpPr>
          <p:cNvPr id="5" name="diagram-65">
            <a:extLst xmlns:a="http://schemas.openxmlformats.org/drawingml/2006/main">
              <a:ext uri="{FF2B5EF4-FFF2-40B4-BE49-F238E27FC236}">
                <a16:creationId xmlns:a16="http://schemas.microsoft.com/office/drawing/2014/main" id="{8FA0BFCF-98BA-4978-9DD2-D2AAC088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048125"/>
            <a:ext cx="3095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35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Поговорить</a:t>
            </a:r>
          </a:p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и поддержать</a:t>
            </a:r>
          </a:p>
        </p:txBody>
      </p:sp>
      <p:sp>
        <p:nvSpPr>
          <p:cNvPr id="6" name="diagram-66">
            <a:extLst xmlns:a="http://schemas.openxmlformats.org/drawingml/2006/main">
              <a:ext uri="{FF2B5EF4-FFF2-40B4-BE49-F238E27FC236}">
                <a16:creationId xmlns:a16="http://schemas.microsoft.com/office/drawing/2014/main" id="{701F6A0D-F387-491C-A645-706F53BF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600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4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Помочь</a:t>
            </a:r>
          </a:p>
          <a:p xmlns:a="http://schemas.openxmlformats.org/drawingml/2006/main">
            <a:pPr algn="ctr">
              <a:def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исправиться</a:t>
            </a:r>
          </a:p>
        </p:txBody>
      </p:sp>
      <p:sp>
        <p:nvSpPr>
          <p:cNvPr id="9" name="text-67">
            <a:extLst xmlns:a="http://schemas.openxmlformats.org/drawingml/2006/main">
              <a:ext uri="{FF2B5EF4-FFF2-40B4-BE49-F238E27FC236}">
                <a16:creationId xmlns:a16="http://schemas.microsoft.com/office/drawing/2014/main" id="{20BCCF10-ADEC-4743-9624-F90BB9A6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Жёлтые карточки, наставничество, дисциплинарный совет</a:t>
            </a:r>
          </a:p>
        </p:txBody>
      </p:sp>
      <p:sp>
        <p:nvSpPr>
          <p:cNvPr id="10" name="text-68">
            <a:extLst xmlns:a="http://schemas.openxmlformats.org/drawingml/2006/main">
              <a:ext uri="{FF2B5EF4-FFF2-40B4-BE49-F238E27FC236}">
                <a16:creationId xmlns:a16="http://schemas.microsoft.com/office/drawing/2014/main" id="{9B8B0473-FB7A-4E40-832F-E7B9B5D6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14870724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84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4C1F37A1-BBF8-48D6-BDBC-AD0369C1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D9F35B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BBDFFD46-3E77-49E2-97E3-E20A6798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Школьная лига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49FCC6AF-80FD-4220-8FF1-F4A7832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Классы соревнуются и получают очки</a:t>
            </a:r>
          </a:p>
        </p:txBody>
      </p:sp>
      <p:sp>
        <p:nvSpPr>
          <p:cNvPr id="4" name="text-72">
            <a:extLst xmlns:a="http://schemas.openxmlformats.org/drawingml/2006/main">
              <a:ext uri="{FF2B5EF4-FFF2-40B4-BE49-F238E27FC236}">
                <a16:creationId xmlns:a16="http://schemas.microsoft.com/office/drawing/2014/main" id="{DB8A11B4-4BE2-48B2-B451-46109031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400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Учёба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Творчество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Спорт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Помощь другим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F0735-696B-45C8-AC5D-95CFEC96E4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8836d5d1b4afe"/>
          <a:stretch xmlns:a="http://schemas.openxmlformats.org/drawingml/2006/main"/>
        </p:blipFill>
        <p:spPr>
          <a:xfrm xmlns:a="http://schemas.openxmlformats.org/drawingml/2006/main">
            <a:off x="6423680" y="2952750"/>
            <a:ext cx="4926290" cy="3286125"/>
          </a:xfrm>
          <a:prstGeom xmlns:a="http://schemas.openxmlformats.org/drawingml/2006/main" prst="rect">
            <a:avLst/>
          </a:prstGeom>
        </p:spPr>
      </p:pic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DBA90B5D-999E-41AF-A786-A413BCBD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D9F35B"/>
                </a:solidFill>
                <a:latin typeface="DejaVu Sans"/>
                <a:ea typeface="DejaVu Sans"/>
                <a:cs typeface="DejaVu Sans"/>
              </a:rPr>
              <a:t>Рейтинг и итоги по окончании четверти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54B16A6A-43E4-47DF-AD09-C5E014A7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552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Приз: совместное мероприятие класса.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Обсудим с администрацией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 классным руководителем.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C48C94FF-6B0B-453B-A18D-5C4F0DBD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FD7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CFD7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CFD7FF"/>
                </a:solidFill>
                <a:latin typeface="DejaVu Sans"/>
                <a:ea typeface="DejaVu Sans"/>
                <a:cs typeface="DejaVu Sans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8591418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6">
            <a:extLst xmlns:a="http://schemas.openxmlformats.org/drawingml/2006/main">
              <a:ext uri="{FF2B5EF4-FFF2-40B4-BE49-F238E27FC236}">
                <a16:creationId xmlns:a16="http://schemas.microsoft.com/office/drawing/2014/main" id="{AB7E2750-679D-40FC-943D-B18353E7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0488B84A-8CA6-497A-B3A1-81F7E01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Участие префектуры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в планировании</a:t>
            </a:r>
          </a:p>
        </p:txBody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7B678705-4C0A-4275-AF64-D980808A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Общий план мероприятий на четверть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522D4CB1-4563-4BA7-91D3-6A540767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Предложения учеников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80D6BA73-BA0D-4E41-952B-C92D5A92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Планирование с префектурой</a:t>
            </a:r>
          </a:p>
        </p:txBody>
      </p:sp>
      <p:sp>
        <p:nvSpPr>
          <p:cNvPr id="6" name="text-81">
            <a:extLst xmlns:a="http://schemas.openxmlformats.org/drawingml/2006/main">
              <a:ext uri="{FF2B5EF4-FFF2-40B4-BE49-F238E27FC236}">
                <a16:creationId xmlns:a16="http://schemas.microsoft.com/office/drawing/2014/main" id="{45973B8E-9210-4C66-B0DB-63D38204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Публикация заранее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7CCC0-AD57-4080-A803-4DA87A725D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ea939a1c5414c"/>
          <a:stretch xmlns:a="http://schemas.openxmlformats.org/drawingml/2006/main"/>
        </p:blipFill>
        <p:spPr>
          <a:xfrm xmlns:a="http://schemas.openxmlformats.org/drawingml/2006/main">
            <a:off x="6858000" y="3286786"/>
            <a:ext cx="4724400" cy="3151453"/>
          </a:xfrm>
          <a:prstGeom xmlns:a="http://schemas.openxmlformats.org/drawingml/2006/main" prst="rect">
            <a:avLst/>
          </a:prstGeom>
        </p:spPr>
      </p:pic>
      <p:sp>
        <p:nvSpPr>
          <p:cNvPr id="8" name="text-82">
            <a:extLst xmlns:a="http://schemas.openxmlformats.org/drawingml/2006/main">
              <a:ext uri="{FF2B5EF4-FFF2-40B4-BE49-F238E27FC236}">
                <a16:creationId xmlns:a16="http://schemas.microsoft.com/office/drawing/2014/main" id="{227F232A-FB99-410C-A6BC-868BEA5A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Пятничные события тоже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включаем в план</a:t>
            </a:r>
          </a:p>
        </p:txBody>
      </p:sp>
      <p:sp>
        <p:nvSpPr>
          <p:cNvPr id="9" name="text-83">
            <a:extLst xmlns:a="http://schemas.openxmlformats.org/drawingml/2006/main">
              <a:ext uri="{FF2B5EF4-FFF2-40B4-BE49-F238E27FC236}">
                <a16:creationId xmlns:a16="http://schemas.microsoft.com/office/drawing/2014/main" id="{59C8041A-C435-478F-9033-B67D6BFB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6508921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9F3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84">
            <a:extLst xmlns:a="http://schemas.openxmlformats.org/drawingml/2006/main">
              <a:ext uri="{FF2B5EF4-FFF2-40B4-BE49-F238E27FC236}">
                <a16:creationId xmlns:a16="http://schemas.microsoft.com/office/drawing/2014/main" id="{8D34EF22-FB07-4AB5-BD83-FC6DE182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333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70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2" name="text-85">
            <a:extLst xmlns:a="http://schemas.openxmlformats.org/drawingml/2006/main">
              <a:ext uri="{FF2B5EF4-FFF2-40B4-BE49-F238E27FC236}">
                <a16:creationId xmlns:a16="http://schemas.microsoft.com/office/drawing/2014/main" id="{A1AF155F-730B-4039-A091-B662547B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858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12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Ежемесячный отчёт</a:t>
            </a:r>
          </a:p>
        </p:txBody>
      </p:sp>
      <p:sp>
        <p:nvSpPr>
          <p:cNvPr id="3" name="text-86">
            <a:extLst xmlns:a="http://schemas.openxmlformats.org/drawingml/2006/main">
              <a:ext uri="{FF2B5EF4-FFF2-40B4-BE49-F238E27FC236}">
                <a16:creationId xmlns:a16="http://schemas.microsoft.com/office/drawing/2014/main" id="{C118A110-590C-469F-A49A-4CD24116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О работе президента и префектуры</a:t>
            </a:r>
          </a:p>
        </p:txBody>
      </p:sp>
      <p:sp>
        <p:nvSpPr>
          <p:cNvPr id="4" name="text-87">
            <a:extLst xmlns:a="http://schemas.openxmlformats.org/drawingml/2006/main">
              <a:ext uri="{FF2B5EF4-FFF2-40B4-BE49-F238E27FC236}">
                <a16:creationId xmlns:a16="http://schemas.microsoft.com/office/drawing/2014/main" id="{B09E0C3A-73FE-4A0C-8E43-43BCD7E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Сделано</a:t>
            </a:r>
          </a:p>
        </p:txBody>
      </p:sp>
      <p:sp>
        <p:nvSpPr>
          <p:cNvPr id="5" name="text-88">
            <a:extLst xmlns:a="http://schemas.openxmlformats.org/drawingml/2006/main">
              <a:ext uri="{FF2B5EF4-FFF2-40B4-BE49-F238E27FC236}">
                <a16:creationId xmlns:a16="http://schemas.microsoft.com/office/drawing/2014/main" id="{22D57BCB-5D4C-420A-9ECC-609B054A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480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В процессе</a:t>
            </a:r>
          </a:p>
        </p:txBody>
      </p:sp>
      <p:sp>
        <p:nvSpPr>
          <p:cNvPr id="6" name="text-89">
            <a:extLst xmlns:a="http://schemas.openxmlformats.org/drawingml/2006/main">
              <a:ext uri="{FF2B5EF4-FFF2-40B4-BE49-F238E27FC236}">
                <a16:creationId xmlns:a16="http://schemas.microsoft.com/office/drawing/2014/main" id="{C572415B-6F34-463F-870F-96CDBDC4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480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2848E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2848E8"/>
                </a:solidFill>
                <a:latin typeface="DejaVu Sans"/>
                <a:ea typeface="DejaVu Sans"/>
                <a:cs typeface="DejaVu Sans"/>
              </a:rPr>
              <a:t>Отказались</a:t>
            </a:r>
          </a:p>
        </p:txBody>
      </p:sp>
      <p:sp>
        <p:nvSpPr>
          <p:cNvPr id="7" name="text-90">
            <a:extLst xmlns:a="http://schemas.openxmlformats.org/drawingml/2006/main">
              <a:ext uri="{FF2B5EF4-FFF2-40B4-BE49-F238E27FC236}">
                <a16:creationId xmlns:a16="http://schemas.microsoft.com/office/drawing/2014/main" id="{BCC327F2-EC8A-4412-B188-E2341BFD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Завершённые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дела</a:t>
            </a:r>
          </a:p>
        </p:txBody>
      </p:sp>
      <p:sp>
        <p:nvSpPr>
          <p:cNvPr id="8" name="text-91">
            <a:extLst xmlns:a="http://schemas.openxmlformats.org/drawingml/2006/main">
              <a:ext uri="{FF2B5EF4-FFF2-40B4-BE49-F238E27FC236}">
                <a16:creationId xmlns:a16="http://schemas.microsoft.com/office/drawing/2014/main" id="{5F89A428-6473-4397-8674-C15B19EC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Текущая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работа</a:t>
            </a:r>
          </a:p>
        </p:txBody>
      </p:sp>
      <p:sp>
        <p:nvSpPr>
          <p:cNvPr id="9" name="text-92">
            <a:extLst xmlns:a="http://schemas.openxmlformats.org/drawingml/2006/main">
              <a:ext uri="{FF2B5EF4-FFF2-40B4-BE49-F238E27FC236}">
                <a16:creationId xmlns:a16="http://schemas.microsoft.com/office/drawing/2014/main" id="{2C62C015-7336-4206-88D9-B9C4C6F3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100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С объяснением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причин</a:t>
            </a:r>
          </a:p>
        </p:txBody>
      </p:sp>
      <p:sp>
        <p:nvSpPr>
          <p:cNvPr id="10" name="text-93">
            <a:extLst xmlns:a="http://schemas.openxmlformats.org/drawingml/2006/main">
              <a:ext uri="{FF2B5EF4-FFF2-40B4-BE49-F238E27FC236}">
                <a16:creationId xmlns:a16="http://schemas.microsoft.com/office/drawing/2014/main" id="{C0CF96B9-4E4E-4F7E-B973-E64D4D57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192345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92345"/>
                </a:solidFill>
                <a:latin typeface="DejaVu Sans"/>
                <a:ea typeface="DejaVu Sans"/>
                <a:cs typeface="DejaVu Sans"/>
              </a:rPr>
              <a:t>Честный ответ по каждому пункту программы</a:t>
            </a:r>
          </a:p>
        </p:txBody>
      </p:sp>
      <p:sp>
        <p:nvSpPr>
          <p:cNvPr id="11" name="text-94">
            <a:extLst xmlns:a="http://schemas.openxmlformats.org/drawingml/2006/main">
              <a:ext uri="{FF2B5EF4-FFF2-40B4-BE49-F238E27FC236}">
                <a16:creationId xmlns:a16="http://schemas.microsoft.com/office/drawing/2014/main" id="{6C47B007-5B7C-4C23-B673-A2903672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079"/>
                </a:solidFill>
                <a:latin typeface="DejaVu Sans"/>
                <a:ea typeface="DejaVu Sans"/>
                <a:cs typeface="DejaVu Sans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20646893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234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2ABD5AC3-DD37-4B81-8B27-38ABD18E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11049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Готов слышать вас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и работать вместе с вами</a:t>
            </a:r>
          </a:p>
        </p:txBody>
      </p:sp>
      <p:sp>
        <p:nvSpPr>
          <p:cNvPr id="2" name="text-96">
            <a:extLst xmlns:a="http://schemas.openxmlformats.org/drawingml/2006/main">
              <a:ext uri="{FF2B5EF4-FFF2-40B4-BE49-F238E27FC236}">
                <a16:creationId xmlns:a16="http://schemas.microsoft.com/office/drawing/2014/main" id="{3E5DE59B-9BD7-4E77-ADA9-F673EBCB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D9F35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D9F35B"/>
                </a:solidFill>
                <a:latin typeface="DejaVu Sans"/>
                <a:ea typeface="DejaVu Sans"/>
                <a:cs typeface="DejaVu Sans"/>
              </a:rPr>
              <a:t>Виталий Лошкарёв, 11 класс</a:t>
            </a:r>
          </a:p>
        </p:txBody>
      </p:sp>
      <p:sp>
        <p:nvSpPr>
          <p:cNvPr id="3" name="text-97">
            <a:extLst xmlns:a="http://schemas.openxmlformats.org/drawingml/2006/main">
              <a:ext uri="{FF2B5EF4-FFF2-40B4-BE49-F238E27FC236}">
                <a16:creationId xmlns:a16="http://schemas.microsoft.com/office/drawing/2014/main" id="{8DEDFF82-D1CE-4788-8C1B-F269AEB3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Спасибо за внимание. Готов ответить на ваши вопросы.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57140-6070-4DC2-A3DC-48D16AB024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e115c899d44e2"/>
          <a:srcRect xmlns:a="http://schemas.openxmlformats.org/drawingml/2006/main" l="0" t="11889" r="0" b="11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590925"/>
            <a:ext cx="12192000" cy="3267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15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2026-10-22T19:21:42.3570000Z</dcterms:created>
  <dcterms:modified xsi:type="dcterms:W3CDTF">2026-10-22T19:21:42.3570000Z</dcterms:modified>
</coreProperties>
</file>